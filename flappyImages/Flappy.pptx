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BB52"/>
    <a:srgbClr val="54841F"/>
    <a:srgbClr val="E5FB8E"/>
    <a:srgbClr val="5364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726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3ACB-0F94-3697-9478-54FA6AFD7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8AFBC-3309-7BF2-4382-52A305FED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2991E-B2BB-0195-2B31-1AD1CDF5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6C31F-3DF2-E2F0-ED0C-73A5E8766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8E87F-7BF5-FC8A-829A-CFF2FF21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35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AE9B-318E-02D0-24E7-8FC43B03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4BE58-420F-5C29-4CC5-674CDEC7C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C1BCC-A03A-5E9C-ABEF-319DD8D7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B1363-3E25-20F3-3643-44455043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A07C-C5B9-83B5-65C6-BA23903C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9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04A4-E2D2-9CBC-974B-3A7CB8B9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5D244-0369-CC22-131F-651394AF9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77A41-9038-75ED-C506-1A8BD8D6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9F682-4A55-DFEE-19C7-73B1BE05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6D823-B75D-E818-B3D9-A1CBFCD9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63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5827-0307-BE32-467E-2BDC35F2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A6AD8-A29A-4C6C-5D9C-FEFC95E26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87F3C-2A55-67FE-602B-311F50778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7D2D2-255E-B5E3-903F-C320F5E0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C470C-0734-C193-6BC7-9C46F2C0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5824D-6C13-62C4-A6F7-5F57444C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95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AEB6-29C2-5DBC-8435-AB1C4E1C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EE740-4B06-9241-EAD9-0222372DB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6BB13-C78F-E094-BB64-EB2A4B1AA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94440-0884-A53B-1772-87F244C49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64760-D482-978D-1B66-77C07B3F1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2F670-27B2-C613-967A-F665806DD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BB936-92EB-274B-2D03-D165DE23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A3DAE5-6FB3-4CA3-0B1D-5F3FAA0E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70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97AC3-22E8-E1BE-5236-54BB0144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0853A-8B65-D6F5-CFAD-8EADFB54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B9517-C454-F84A-C62C-9F542C7A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5A1E2-5D58-3D30-ACAD-D49C92A5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21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25E55-E846-BE72-B3B7-49943EA8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1CF34-DAD0-9917-32E3-47E455E9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50B85-1E1C-0DD7-19C7-06D36D86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34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60A21-887B-6315-745F-11C9901B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47E26-50B8-8341-49A8-C28D0555D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A8C48-053B-7BC0-416B-92B6B0EC0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1B788-3FBD-7114-3BD7-F56FC6FC7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2C3D9-ABE2-62E3-6677-C9C8A805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651B1-207F-2C84-61F0-39B7E98B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21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ED3F-1403-AA49-79F6-BF9FDD77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042F0-292C-F873-1D9B-210673950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F1ADE-7C77-7DA3-8A81-8654AC9CD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FDDC6-D2D4-6719-7077-4320441F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62EEB-2FFE-35CF-CDE8-D7D07FC2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E86C1-D08F-13F5-1E95-7747B970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91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CE82-D500-95FF-82A0-EAC4C913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4AA95-CA7A-E935-C67B-6590B1F90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5BA0E-1B7C-79BA-38F3-443073D4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F10E6-6D32-24CB-B856-5C05E418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B064A-F8FF-CC5F-FD04-9F6CB0BE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29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1116E-50C2-CD95-C749-393083CC3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FAD18-CD98-52E3-CCCB-B9A2B0958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7835B-2996-C462-65F9-BE590D43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86FE1-183E-C8BD-C06F-405AD837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1B333-B67B-E68B-A20D-0218927D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16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D69818-3592-DC9F-4F7F-332A43FB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AA9F5-74D3-D9D8-CE1A-1ABA9474E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CBB72-81CE-62E1-4666-2F23B9589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F97A8-FE4E-41EE-BD35-D278A8C4EAC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77277-8A0C-A301-A807-AB7B36FDC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587C5-9BE1-1887-7506-AD5E47B57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B6E5A-6215-4724-8F32-7923616CE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87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C865C-A90B-4BE2-2FA7-2BF6D4AB8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33" b="18132"/>
          <a:stretch/>
        </p:blipFill>
        <p:spPr>
          <a:xfrm>
            <a:off x="874776" y="1014984"/>
            <a:ext cx="4572000" cy="3191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935B11-D350-5A68-C3D9-7495B7A9F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12" y="868680"/>
            <a:ext cx="3572256" cy="535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12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0C61C8-98E0-3BD5-6AA2-F8749CB54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9" t="12589" r="39270" b="53350"/>
          <a:stretch/>
        </p:blipFill>
        <p:spPr>
          <a:xfrm>
            <a:off x="8801100" y="1316990"/>
            <a:ext cx="1177200" cy="826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AF309-8561-AFFB-9DBB-E067A6CED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1" t="43945" r="37963" b="44028"/>
          <a:stretch/>
        </p:blipFill>
        <p:spPr>
          <a:xfrm>
            <a:off x="8893174" y="3244850"/>
            <a:ext cx="1177926" cy="824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0A2939-D007-BAA0-5F67-4106CE8E4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9" r="28584" b="37377"/>
          <a:stretch/>
        </p:blipFill>
        <p:spPr>
          <a:xfrm>
            <a:off x="2213700" y="893024"/>
            <a:ext cx="2069592" cy="1640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B754DD-A5C9-8924-5843-8E1DB1E91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9" t="25467" r="20326" b="27200"/>
          <a:stretch/>
        </p:blipFill>
        <p:spPr>
          <a:xfrm>
            <a:off x="1637792" y="2578608"/>
            <a:ext cx="3482848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8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A68C30-5E5A-9D73-AB03-4B503A4B3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89"/>
          <a:stretch/>
        </p:blipFill>
        <p:spPr>
          <a:xfrm>
            <a:off x="463296" y="189738"/>
            <a:ext cx="789432" cy="285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1590EE-2957-A05D-B8E6-F6A23D4E8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8" r="72578"/>
          <a:stretch/>
        </p:blipFill>
        <p:spPr>
          <a:xfrm>
            <a:off x="568452" y="3262122"/>
            <a:ext cx="579120" cy="285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5F246-1A85-5B35-24AD-7E36CC8BE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0" r="55200"/>
          <a:stretch/>
        </p:blipFill>
        <p:spPr>
          <a:xfrm>
            <a:off x="1532382" y="189738"/>
            <a:ext cx="603504" cy="285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E66223-BDF9-3374-49B0-4D0B6B982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44" r="23222"/>
          <a:stretch/>
        </p:blipFill>
        <p:spPr>
          <a:xfrm>
            <a:off x="2496312" y="189738"/>
            <a:ext cx="694944" cy="285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1D8AA1-778B-6348-707A-2909B6428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89" r="38067"/>
          <a:stretch/>
        </p:blipFill>
        <p:spPr>
          <a:xfrm>
            <a:off x="1556766" y="3262122"/>
            <a:ext cx="579120" cy="285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FA224F-CCEB-0BF1-767B-01EDF3F2F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78" r="4489"/>
          <a:stretch/>
        </p:blipFill>
        <p:spPr>
          <a:xfrm>
            <a:off x="2496312" y="3262122"/>
            <a:ext cx="694944" cy="285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CCE797-3286-E629-C72D-06BE1B946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89"/>
          <a:stretch/>
        </p:blipFill>
        <p:spPr>
          <a:xfrm>
            <a:off x="6096000" y="189738"/>
            <a:ext cx="789432" cy="2857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1DEC02-1125-C330-12EF-EAF76B740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8" r="72578"/>
          <a:stretch/>
        </p:blipFill>
        <p:spPr>
          <a:xfrm>
            <a:off x="6201156" y="3262122"/>
            <a:ext cx="579120" cy="2857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24F6D6-9B3C-073C-EFC3-00F27E14E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0" r="55200"/>
          <a:stretch/>
        </p:blipFill>
        <p:spPr>
          <a:xfrm>
            <a:off x="7165086" y="189738"/>
            <a:ext cx="603504" cy="285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5F198B-C411-0CA3-3906-62F6AFB51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44" r="23222"/>
          <a:stretch/>
        </p:blipFill>
        <p:spPr>
          <a:xfrm>
            <a:off x="8129016" y="189738"/>
            <a:ext cx="694944" cy="2857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A31771-1F69-BB2E-A733-6D3BE475F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89" r="38067"/>
          <a:stretch/>
        </p:blipFill>
        <p:spPr>
          <a:xfrm>
            <a:off x="7189470" y="3262122"/>
            <a:ext cx="579120" cy="285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8F72406-A28A-842B-7A5A-6866F34E5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78" r="4489"/>
          <a:stretch/>
        </p:blipFill>
        <p:spPr>
          <a:xfrm>
            <a:off x="8129016" y="3262122"/>
            <a:ext cx="694944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8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F0E3BA7-5D44-7286-E214-85D7411F3962}"/>
              </a:ext>
            </a:extLst>
          </p:cNvPr>
          <p:cNvGrpSpPr/>
          <p:nvPr/>
        </p:nvGrpSpPr>
        <p:grpSpPr>
          <a:xfrm>
            <a:off x="478536" y="3358896"/>
            <a:ext cx="694944" cy="2709672"/>
            <a:chOff x="3810000" y="3480816"/>
            <a:chExt cx="694944" cy="270967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D49700-063D-50F0-5892-9EBB51C9CF2E}"/>
                </a:ext>
              </a:extLst>
            </p:cNvPr>
            <p:cNvSpPr/>
            <p:nvPr/>
          </p:nvSpPr>
          <p:spPr>
            <a:xfrm>
              <a:off x="3846576" y="3813048"/>
              <a:ext cx="621792" cy="2377440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436BACD-0CAF-1A6F-02F9-6C568FE205EC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1DAEA88-454A-E0F6-9405-79783AF909B4}"/>
              </a:ext>
            </a:extLst>
          </p:cNvPr>
          <p:cNvGrpSpPr/>
          <p:nvPr/>
        </p:nvGrpSpPr>
        <p:grpSpPr>
          <a:xfrm>
            <a:off x="1662684" y="4619244"/>
            <a:ext cx="694944" cy="1449324"/>
            <a:chOff x="3810000" y="3480816"/>
            <a:chExt cx="694944" cy="14493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32254-0681-A0A8-52A1-11839BFD7267}"/>
                </a:ext>
              </a:extLst>
            </p:cNvPr>
            <p:cNvSpPr/>
            <p:nvPr/>
          </p:nvSpPr>
          <p:spPr>
            <a:xfrm>
              <a:off x="3846576" y="3813048"/>
              <a:ext cx="621792" cy="1117092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C42126-41E3-D98C-916C-F1084CD21192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1EA56A8-CA56-E363-F553-EF906DED9F8B}"/>
              </a:ext>
            </a:extLst>
          </p:cNvPr>
          <p:cNvGrpSpPr/>
          <p:nvPr/>
        </p:nvGrpSpPr>
        <p:grpSpPr>
          <a:xfrm>
            <a:off x="6666740" y="3507486"/>
            <a:ext cx="694944" cy="2555748"/>
            <a:chOff x="3810000" y="3480816"/>
            <a:chExt cx="694944" cy="25557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6E497F-0D06-2318-FD1E-0805905E0DBE}"/>
                </a:ext>
              </a:extLst>
            </p:cNvPr>
            <p:cNvSpPr/>
            <p:nvPr/>
          </p:nvSpPr>
          <p:spPr>
            <a:xfrm>
              <a:off x="3846576" y="3813048"/>
              <a:ext cx="621792" cy="2223516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CBE19D-79EB-BE12-8521-86E1E53753B1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E616D9-18AC-1B00-CB92-D510A4AA4D64}"/>
              </a:ext>
            </a:extLst>
          </p:cNvPr>
          <p:cNvGrpSpPr/>
          <p:nvPr/>
        </p:nvGrpSpPr>
        <p:grpSpPr>
          <a:xfrm>
            <a:off x="2883408" y="3823716"/>
            <a:ext cx="694944" cy="2244852"/>
            <a:chOff x="3810000" y="3480816"/>
            <a:chExt cx="694944" cy="22448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08DE89-5AF1-EE03-F565-FB42FD0FAF6B}"/>
                </a:ext>
              </a:extLst>
            </p:cNvPr>
            <p:cNvSpPr/>
            <p:nvPr/>
          </p:nvSpPr>
          <p:spPr>
            <a:xfrm>
              <a:off x="3846576" y="3813048"/>
              <a:ext cx="621792" cy="1912620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46D4C1-38C3-6664-34B2-5E6AC93D4D29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D0F5F2-477D-20D9-DB0A-D7678F16A5DE}"/>
              </a:ext>
            </a:extLst>
          </p:cNvPr>
          <p:cNvGrpSpPr/>
          <p:nvPr/>
        </p:nvGrpSpPr>
        <p:grpSpPr>
          <a:xfrm>
            <a:off x="4171950" y="2878836"/>
            <a:ext cx="694944" cy="3189732"/>
            <a:chOff x="3810000" y="3480816"/>
            <a:chExt cx="694944" cy="31897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AC2CB3-77D4-92B4-AC5F-A788E350852A}"/>
                </a:ext>
              </a:extLst>
            </p:cNvPr>
            <p:cNvSpPr/>
            <p:nvPr/>
          </p:nvSpPr>
          <p:spPr>
            <a:xfrm>
              <a:off x="3846576" y="3813048"/>
              <a:ext cx="621792" cy="2857500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19D6318-72C6-EC5A-B72C-6EFCF41717CB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8CD8A0-8AEA-0B77-AA0B-84675580DE51}"/>
              </a:ext>
            </a:extLst>
          </p:cNvPr>
          <p:cNvGrpSpPr/>
          <p:nvPr/>
        </p:nvGrpSpPr>
        <p:grpSpPr>
          <a:xfrm>
            <a:off x="5471541" y="5230368"/>
            <a:ext cx="694944" cy="838200"/>
            <a:chOff x="3810000" y="3480816"/>
            <a:chExt cx="694944" cy="838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4BD2BAF-6890-4D2F-7046-94B30446064E}"/>
                </a:ext>
              </a:extLst>
            </p:cNvPr>
            <p:cNvSpPr/>
            <p:nvPr/>
          </p:nvSpPr>
          <p:spPr>
            <a:xfrm>
              <a:off x="3846576" y="3813048"/>
              <a:ext cx="621792" cy="505968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C58D0C-03BD-31EC-4D95-760B66C83ED7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44AD3B0-D798-9F9C-4635-3A34D35175D0}"/>
              </a:ext>
            </a:extLst>
          </p:cNvPr>
          <p:cNvGrpSpPr/>
          <p:nvPr/>
        </p:nvGrpSpPr>
        <p:grpSpPr>
          <a:xfrm rot="10800000">
            <a:off x="4983861" y="649224"/>
            <a:ext cx="694944" cy="2709672"/>
            <a:chOff x="3810000" y="3480816"/>
            <a:chExt cx="694944" cy="270967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F91DA5-794F-7DE0-723D-732F0EF76701}"/>
                </a:ext>
              </a:extLst>
            </p:cNvPr>
            <p:cNvSpPr/>
            <p:nvPr/>
          </p:nvSpPr>
          <p:spPr>
            <a:xfrm>
              <a:off x="3846576" y="3813048"/>
              <a:ext cx="621792" cy="2377440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2FC9E3-7915-22DE-5F5E-6C12C1665387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CE3E91C-68BF-FFAD-C4E1-851DAA6F5A7F}"/>
              </a:ext>
            </a:extLst>
          </p:cNvPr>
          <p:cNvGrpSpPr/>
          <p:nvPr/>
        </p:nvGrpSpPr>
        <p:grpSpPr>
          <a:xfrm rot="10800000">
            <a:off x="6168009" y="1909572"/>
            <a:ext cx="694944" cy="1449324"/>
            <a:chOff x="3810000" y="3480816"/>
            <a:chExt cx="694944" cy="14493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3A23A4C-D8E0-3857-B6A4-B18A4C0FE1CC}"/>
                </a:ext>
              </a:extLst>
            </p:cNvPr>
            <p:cNvSpPr/>
            <p:nvPr/>
          </p:nvSpPr>
          <p:spPr>
            <a:xfrm>
              <a:off x="3846576" y="3813048"/>
              <a:ext cx="621792" cy="1117092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D974E8D-5F20-3D96-977D-F54B6C66A402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2D96CE-97CB-8391-2DE6-A610023D28AC}"/>
              </a:ext>
            </a:extLst>
          </p:cNvPr>
          <p:cNvGrpSpPr/>
          <p:nvPr/>
        </p:nvGrpSpPr>
        <p:grpSpPr>
          <a:xfrm rot="10800000">
            <a:off x="11172065" y="797814"/>
            <a:ext cx="694944" cy="2555748"/>
            <a:chOff x="3810000" y="3480816"/>
            <a:chExt cx="694944" cy="255574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ECA6EB9-5162-016D-28CC-94755E09092E}"/>
                </a:ext>
              </a:extLst>
            </p:cNvPr>
            <p:cNvSpPr/>
            <p:nvPr/>
          </p:nvSpPr>
          <p:spPr>
            <a:xfrm>
              <a:off x="3846576" y="3813048"/>
              <a:ext cx="621792" cy="2223516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7F760A-D95C-FADA-7033-D6A7FC398688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B408B8D-251E-31B3-6A23-67D291F9BD47}"/>
              </a:ext>
            </a:extLst>
          </p:cNvPr>
          <p:cNvGrpSpPr/>
          <p:nvPr/>
        </p:nvGrpSpPr>
        <p:grpSpPr>
          <a:xfrm rot="10800000">
            <a:off x="7388733" y="1114044"/>
            <a:ext cx="694944" cy="2244852"/>
            <a:chOff x="3810000" y="3480816"/>
            <a:chExt cx="694944" cy="224485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7548D3-A0DA-E2A5-2B1B-47522FD1AB24}"/>
                </a:ext>
              </a:extLst>
            </p:cNvPr>
            <p:cNvSpPr/>
            <p:nvPr/>
          </p:nvSpPr>
          <p:spPr>
            <a:xfrm>
              <a:off x="3846576" y="3813048"/>
              <a:ext cx="621792" cy="1912620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704059-2769-6735-8C2E-B57A4007C7F3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2F6CEBD-C776-D7FA-544C-B57F549A156E}"/>
              </a:ext>
            </a:extLst>
          </p:cNvPr>
          <p:cNvGrpSpPr/>
          <p:nvPr/>
        </p:nvGrpSpPr>
        <p:grpSpPr>
          <a:xfrm rot="10800000">
            <a:off x="8677275" y="169164"/>
            <a:ext cx="694944" cy="3189732"/>
            <a:chOff x="3810000" y="3480816"/>
            <a:chExt cx="694944" cy="318973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066EB80-A104-F883-69E6-97A4896BF03A}"/>
                </a:ext>
              </a:extLst>
            </p:cNvPr>
            <p:cNvSpPr/>
            <p:nvPr/>
          </p:nvSpPr>
          <p:spPr>
            <a:xfrm>
              <a:off x="3846576" y="3813048"/>
              <a:ext cx="621792" cy="2857500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5C293FC-0183-1329-A09C-60AAB1BE35C5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6CDFDA-0D50-2522-D918-9B77334D53F0}"/>
              </a:ext>
            </a:extLst>
          </p:cNvPr>
          <p:cNvGrpSpPr/>
          <p:nvPr/>
        </p:nvGrpSpPr>
        <p:grpSpPr>
          <a:xfrm rot="10800000">
            <a:off x="9976866" y="2520696"/>
            <a:ext cx="694944" cy="838200"/>
            <a:chOff x="3810000" y="3480816"/>
            <a:chExt cx="694944" cy="8382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1EF0904-58DC-70C4-8FB6-F5F4A75D65D5}"/>
                </a:ext>
              </a:extLst>
            </p:cNvPr>
            <p:cNvSpPr/>
            <p:nvPr/>
          </p:nvSpPr>
          <p:spPr>
            <a:xfrm>
              <a:off x="3846576" y="3813048"/>
              <a:ext cx="621792" cy="505968"/>
            </a:xfrm>
            <a:prstGeom prst="rect">
              <a:avLst/>
            </a:prstGeom>
            <a:gradFill flip="none" rotWithShape="1">
              <a:gsLst>
                <a:gs pos="81000">
                  <a:srgbClr val="54841F"/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FFED864-3356-2EFC-435F-EDD7B00851E2}"/>
                </a:ext>
              </a:extLst>
            </p:cNvPr>
            <p:cNvSpPr/>
            <p:nvPr/>
          </p:nvSpPr>
          <p:spPr>
            <a:xfrm>
              <a:off x="3810000" y="3480816"/>
              <a:ext cx="694944" cy="332232"/>
            </a:xfrm>
            <a:prstGeom prst="rect">
              <a:avLst/>
            </a:prstGeom>
            <a:gradFill flip="none" rotWithShape="1">
              <a:gsLst>
                <a:gs pos="81000">
                  <a:srgbClr val="54841F">
                    <a:alpha val="98000"/>
                  </a:srgbClr>
                </a:gs>
                <a:gs pos="32000">
                  <a:srgbClr val="E5FB8E"/>
                </a:gs>
                <a:gs pos="0">
                  <a:srgbClr val="95BB52"/>
                </a:gs>
              </a:gsLst>
              <a:lin ang="0" scaled="0"/>
              <a:tileRect/>
            </a:gradFill>
            <a:ln w="15875">
              <a:solidFill>
                <a:srgbClr val="5364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756435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58CECF-1057-9ED2-4BBC-3D09072E6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458" y="2054613"/>
            <a:ext cx="3050040" cy="22875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D86302-64E4-0A65-07FF-778AF7701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422307" y="2054612"/>
            <a:ext cx="194855" cy="16458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DBC1FC-D2E5-54EA-0172-E7099D4C07BA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248919" y="2054613"/>
            <a:ext cx="195253" cy="5911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A5FA58-EA58-CAB5-894B-1CC5BD7434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489" y="4043362"/>
            <a:ext cx="194855" cy="28927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F73CD21-0018-3435-7898-118CD81A77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920" y="3473279"/>
            <a:ext cx="195253" cy="87901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23512EA-CFDE-39DC-78CA-4854736F72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876" y="3787794"/>
            <a:ext cx="195252" cy="5448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ADDF28B-FB48-D8D7-A285-260475576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603272" y="2054612"/>
            <a:ext cx="194856" cy="101559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5F9A29-2C10-54E8-528D-CFC5095174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9" t="12589" r="39270" b="53350"/>
          <a:stretch/>
        </p:blipFill>
        <p:spPr>
          <a:xfrm>
            <a:off x="1467380" y="1957089"/>
            <a:ext cx="248550" cy="17460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15E6989-C472-707E-539F-BABD162B07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1" t="43945" r="37963" b="44028"/>
          <a:stretch/>
        </p:blipFill>
        <p:spPr>
          <a:xfrm>
            <a:off x="1467530" y="1559707"/>
            <a:ext cx="248400" cy="17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58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Bhavik Ronvelia</dc:creator>
  <cp:lastModifiedBy>Bhavik Ronvelia</cp:lastModifiedBy>
  <cp:revision>4</cp:revision>
  <dcterms:created xsi:type="dcterms:W3CDTF">2025-03-22T04:44:52Z</dcterms:created>
  <dcterms:modified xsi:type="dcterms:W3CDTF">2025-03-22T06:14:03Z</dcterms:modified>
</cp:coreProperties>
</file>